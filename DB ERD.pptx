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559" y="6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10/17/2022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10/17/2022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10/17/2022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10/17/2022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10/17/2022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26" Type="http://schemas.openxmlformats.org/officeDocument/2006/relationships/image" Target="../media/image44.png"/><Relationship Id="rId3" Type="http://schemas.openxmlformats.org/officeDocument/2006/relationships/image" Target="../media/image21.png"/><Relationship Id="rId21" Type="http://schemas.openxmlformats.org/officeDocument/2006/relationships/image" Target="../media/image39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5" Type="http://schemas.openxmlformats.org/officeDocument/2006/relationships/image" Target="../media/image43.png"/><Relationship Id="rId2" Type="http://schemas.openxmlformats.org/officeDocument/2006/relationships/image" Target="../media/image20.png"/><Relationship Id="rId16" Type="http://schemas.openxmlformats.org/officeDocument/2006/relationships/image" Target="../media/image34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24" Type="http://schemas.openxmlformats.org/officeDocument/2006/relationships/image" Target="../media/image42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23" Type="http://schemas.openxmlformats.org/officeDocument/2006/relationships/image" Target="../media/image41.png"/><Relationship Id="rId28" Type="http://schemas.openxmlformats.org/officeDocument/2006/relationships/image" Target="../media/image46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Relationship Id="rId22" Type="http://schemas.openxmlformats.org/officeDocument/2006/relationships/image" Target="../media/image40.png"/><Relationship Id="rId27" Type="http://schemas.openxmlformats.org/officeDocument/2006/relationships/image" Target="../media/image4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18" Type="http://schemas.openxmlformats.org/officeDocument/2006/relationships/image" Target="../media/image8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17" Type="http://schemas.openxmlformats.org/officeDocument/2006/relationships/image" Target="../media/image80.png"/><Relationship Id="rId2" Type="http://schemas.openxmlformats.org/officeDocument/2006/relationships/image" Target="../media/image65.png"/><Relationship Id="rId16" Type="http://schemas.openxmlformats.org/officeDocument/2006/relationships/image" Target="../media/image79.png"/><Relationship Id="rId20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5" Type="http://schemas.openxmlformats.org/officeDocument/2006/relationships/image" Target="../media/image78.png"/><Relationship Id="rId10" Type="http://schemas.openxmlformats.org/officeDocument/2006/relationships/image" Target="../media/image73.png"/><Relationship Id="rId19" Type="http://schemas.openxmlformats.org/officeDocument/2006/relationships/image" Target="../media/image82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5" Type="http://schemas.openxmlformats.org/officeDocument/2006/relationships/image" Target="../media/image89.png"/><Relationship Id="rId4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4A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85469" y="234702"/>
            <a:ext cx="18296815" cy="9854405"/>
            <a:chOff x="185469" y="234702"/>
            <a:chExt cx="18296815" cy="9854405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13106594" y="3271863"/>
              <a:ext cx="5375690" cy="6817244"/>
              <a:chOff x="13106594" y="3271863"/>
              <a:chExt cx="5375690" cy="6817244"/>
            </a:xfrm>
          </p:grpSpPr>
          <p:pic>
            <p:nvPicPr>
              <p:cNvPr id="4" name="Object 3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3106594" y="3271863"/>
                <a:ext cx="5375690" cy="6817244"/>
              </a:xfrm>
              <a:prstGeom prst="rect">
                <a:avLst/>
              </a:prstGeom>
            </p:spPr>
          </p:pic>
        </p:grpSp>
        <p:grpSp>
          <p:nvGrpSpPr>
            <p:cNvPr id="1003" name="그룹 1003"/>
            <p:cNvGrpSpPr/>
            <p:nvPr/>
          </p:nvGrpSpPr>
          <p:grpSpPr>
            <a:xfrm>
              <a:off x="185469" y="8114470"/>
              <a:ext cx="12930538" cy="18824"/>
              <a:chOff x="185469" y="8114470"/>
              <a:chExt cx="12930538" cy="18824"/>
            </a:xfrm>
          </p:grpSpPr>
          <p:pic>
            <p:nvPicPr>
              <p:cNvPr id="7" name="Object 6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85469" y="8114470"/>
                <a:ext cx="12930538" cy="18824"/>
              </a:xfrm>
              <a:prstGeom prst="rect">
                <a:avLst/>
              </a:prstGeom>
            </p:spPr>
          </p:pic>
        </p:grpSp>
        <p:grpSp>
          <p:nvGrpSpPr>
            <p:cNvPr id="1004" name="그룹 1004"/>
            <p:cNvGrpSpPr/>
            <p:nvPr/>
          </p:nvGrpSpPr>
          <p:grpSpPr>
            <a:xfrm>
              <a:off x="15156415" y="1747955"/>
              <a:ext cx="3045330" cy="18824"/>
              <a:chOff x="15156415" y="1747955"/>
              <a:chExt cx="3045330" cy="18824"/>
            </a:xfrm>
          </p:grpSpPr>
          <p:pic>
            <p:nvPicPr>
              <p:cNvPr id="10" name="Object 9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 rot="-16200000">
                <a:off x="15156415" y="1747955"/>
                <a:ext cx="3045330" cy="18824"/>
              </a:xfrm>
              <a:prstGeom prst="rect">
                <a:avLst/>
              </a:prstGeom>
            </p:spPr>
          </p:pic>
        </p:grpSp>
        <p:grpSp>
          <p:nvGrpSpPr>
            <p:cNvPr id="1005" name="그룹 1005"/>
            <p:cNvGrpSpPr/>
            <p:nvPr/>
          </p:nvGrpSpPr>
          <p:grpSpPr>
            <a:xfrm>
              <a:off x="336984" y="1194670"/>
              <a:ext cx="16328020" cy="18824"/>
              <a:chOff x="336984" y="1194670"/>
              <a:chExt cx="16328020" cy="18824"/>
            </a:xfrm>
          </p:grpSpPr>
          <p:pic>
            <p:nvPicPr>
              <p:cNvPr id="13" name="Object 12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 rot="10800000">
                <a:off x="336984" y="1194670"/>
                <a:ext cx="16328020" cy="18824"/>
              </a:xfrm>
              <a:prstGeom prst="rect">
                <a:avLst/>
              </a:prstGeom>
            </p:spPr>
          </p:pic>
        </p:grpSp>
      </p:grpSp>
      <p:grpSp>
        <p:nvGrpSpPr>
          <p:cNvPr id="1006" name="그룹 1006"/>
          <p:cNvGrpSpPr/>
          <p:nvPr/>
        </p:nvGrpSpPr>
        <p:grpSpPr>
          <a:xfrm>
            <a:off x="128326" y="9854405"/>
            <a:ext cx="18265767" cy="526644"/>
            <a:chOff x="128326" y="9854405"/>
            <a:chExt cx="18265767" cy="526644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8326" y="9854405"/>
              <a:ext cx="18265767" cy="526644"/>
            </a:xfrm>
            <a:prstGeom prst="rect">
              <a:avLst/>
            </a:prstGeom>
          </p:spPr>
        </p:pic>
      </p:grpSp>
      <p:pic>
        <p:nvPicPr>
          <p:cNvPr id="19" name="Object 1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99394" y="1771174"/>
            <a:ext cx="7548083" cy="1355779"/>
          </a:xfrm>
          <a:prstGeom prst="rect">
            <a:avLst/>
          </a:prstGeom>
        </p:spPr>
      </p:pic>
      <p:pic>
        <p:nvPicPr>
          <p:cNvPr id="20" name="Object 19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669110" y="2756244"/>
            <a:ext cx="7942896" cy="1505982"/>
          </a:xfrm>
          <a:prstGeom prst="rect">
            <a:avLst/>
          </a:prstGeom>
        </p:spPr>
      </p:pic>
      <p:pic>
        <p:nvPicPr>
          <p:cNvPr id="21" name="Object 20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9373547" y="5715042"/>
            <a:ext cx="3615975" cy="19182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6383445" cy="10559259"/>
            <a:chOff x="0" y="0"/>
            <a:chExt cx="6383445" cy="10559259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6383445" cy="10559259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6247995" y="8209639"/>
            <a:ext cx="1782143" cy="2076075"/>
            <a:chOff x="6247995" y="8209639"/>
            <a:chExt cx="1782143" cy="2076075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47995" y="8209639"/>
              <a:ext cx="1782143" cy="2076075"/>
            </a:xfrm>
            <a:prstGeom prst="rect">
              <a:avLst/>
            </a:prstGeom>
          </p:spPr>
        </p:pic>
      </p:grpSp>
      <p:pic>
        <p:nvPicPr>
          <p:cNvPr id="8" name="Object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276257" y="3833002"/>
            <a:ext cx="2798907" cy="666237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589097" y="3440347"/>
            <a:ext cx="1372643" cy="1430853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7744515" y="3440984"/>
            <a:ext cx="4292455" cy="21335"/>
            <a:chOff x="7744515" y="3440984"/>
            <a:chExt cx="4292455" cy="21335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44515" y="3440984"/>
              <a:ext cx="4292455" cy="21335"/>
            </a:xfrm>
            <a:prstGeom prst="rect">
              <a:avLst/>
            </a:prstGeom>
          </p:spPr>
        </p:pic>
      </p:grpSp>
      <p:pic>
        <p:nvPicPr>
          <p:cNvPr id="13" name="Object 12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4475581" y="3871098"/>
            <a:ext cx="1827630" cy="690913"/>
          </a:xfrm>
          <a:prstGeom prst="rect">
            <a:avLst/>
          </a:prstGeom>
        </p:spPr>
      </p:pic>
      <p:pic>
        <p:nvPicPr>
          <p:cNvPr id="14" name="Object 13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3077829" y="3449941"/>
            <a:ext cx="1598834" cy="1421253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13223615" y="3440984"/>
            <a:ext cx="3687950" cy="21335"/>
            <a:chOff x="13223615" y="3440984"/>
            <a:chExt cx="3687950" cy="21335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223615" y="3440984"/>
              <a:ext cx="3687950" cy="21335"/>
            </a:xfrm>
            <a:prstGeom prst="rect">
              <a:avLst/>
            </a:prstGeom>
          </p:spPr>
        </p:pic>
      </p:grpSp>
      <p:pic>
        <p:nvPicPr>
          <p:cNvPr id="18" name="Object 17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8769603" y="7087693"/>
            <a:ext cx="2351049" cy="797837"/>
          </a:xfrm>
          <a:prstGeom prst="rect">
            <a:avLst/>
          </a:prstGeom>
        </p:spPr>
      </p:pic>
      <p:pic>
        <p:nvPicPr>
          <p:cNvPr id="19" name="Object 18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7596773" y="6719698"/>
            <a:ext cx="1607881" cy="1421263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7744515" y="6710741"/>
            <a:ext cx="4285917" cy="21335"/>
            <a:chOff x="7744515" y="6710741"/>
            <a:chExt cx="4285917" cy="21335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44515" y="6710741"/>
              <a:ext cx="4285917" cy="21335"/>
            </a:xfrm>
            <a:prstGeom prst="rect">
              <a:avLst/>
            </a:prstGeom>
          </p:spPr>
        </p:pic>
      </p:grpSp>
      <p:pic>
        <p:nvPicPr>
          <p:cNvPr id="23" name="Object 22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521741" y="1497289"/>
            <a:ext cx="4508594" cy="17451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4507422" y="7577264"/>
            <a:ext cx="3248835" cy="2377102"/>
            <a:chOff x="14507422" y="7577264"/>
            <a:chExt cx="3248835" cy="237710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07422" y="7577264"/>
              <a:ext cx="3248835" cy="2377102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742928" y="2601234"/>
            <a:ext cx="1172720" cy="1123615"/>
            <a:chOff x="1742928" y="2601234"/>
            <a:chExt cx="1172720" cy="1123615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42928" y="2601234"/>
              <a:ext cx="1172720" cy="1123615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5238536" y="2601234"/>
            <a:ext cx="1123615" cy="1123615"/>
            <a:chOff x="5238536" y="2601234"/>
            <a:chExt cx="1123615" cy="1123615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38536" y="2601234"/>
              <a:ext cx="1123615" cy="1123615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8356335" y="2601234"/>
            <a:ext cx="1298555" cy="1298555"/>
            <a:chOff x="8356335" y="2601234"/>
            <a:chExt cx="1298555" cy="1298555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56335" y="2601234"/>
              <a:ext cx="1298555" cy="1298555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2331223" y="2587259"/>
            <a:ext cx="1123615" cy="1123615"/>
            <a:chOff x="12331223" y="2587259"/>
            <a:chExt cx="1123615" cy="1123615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331223" y="2587259"/>
              <a:ext cx="1123615" cy="1123615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4109267" y="7271607"/>
            <a:ext cx="3253680" cy="2682759"/>
            <a:chOff x="4109267" y="7271607"/>
            <a:chExt cx="3253680" cy="2682759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09267" y="7271607"/>
              <a:ext cx="3253680" cy="2682759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1279629" y="7285336"/>
            <a:ext cx="3227793" cy="2682759"/>
            <a:chOff x="11279629" y="7285336"/>
            <a:chExt cx="3227793" cy="2682759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279629" y="7285336"/>
              <a:ext cx="3227793" cy="2682759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7362947" y="7540435"/>
            <a:ext cx="3285331" cy="2309582"/>
            <a:chOff x="7362947" y="7540435"/>
            <a:chExt cx="3285331" cy="2309582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62947" y="7540435"/>
              <a:ext cx="3285331" cy="2309582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642228" y="7142706"/>
            <a:ext cx="3448653" cy="2682759"/>
            <a:chOff x="642228" y="7142706"/>
            <a:chExt cx="3448653" cy="2682759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2228" y="7142706"/>
              <a:ext cx="3448653" cy="2682759"/>
            </a:xfrm>
            <a:prstGeom prst="rect">
              <a:avLst/>
            </a:prstGeom>
          </p:spPr>
        </p:pic>
      </p:grpSp>
      <p:pic>
        <p:nvPicPr>
          <p:cNvPr id="29" name="Object 28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502493" y="117408"/>
            <a:ext cx="6378623" cy="1510835"/>
          </a:xfrm>
          <a:prstGeom prst="rect">
            <a:avLst/>
          </a:prstGeom>
        </p:spPr>
      </p:pic>
      <p:grpSp>
        <p:nvGrpSpPr>
          <p:cNvPr id="1010" name="그룹 1010"/>
          <p:cNvGrpSpPr/>
          <p:nvPr/>
        </p:nvGrpSpPr>
        <p:grpSpPr>
          <a:xfrm>
            <a:off x="740438" y="3086434"/>
            <a:ext cx="3350442" cy="4454001"/>
            <a:chOff x="740438" y="3086434"/>
            <a:chExt cx="3350442" cy="4454001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40438" y="3086434"/>
              <a:ext cx="3350442" cy="4454001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4109267" y="3046056"/>
            <a:ext cx="3280555" cy="4454001"/>
            <a:chOff x="4109267" y="3046056"/>
            <a:chExt cx="3280555" cy="4454001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109267" y="3046056"/>
              <a:ext cx="3280555" cy="4454001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7402631" y="3101965"/>
            <a:ext cx="3245646" cy="4437661"/>
            <a:chOff x="7402631" y="3101965"/>
            <a:chExt cx="3245646" cy="4437661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402631" y="3101965"/>
              <a:ext cx="3245646" cy="4437661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11278640" y="3089384"/>
            <a:ext cx="3193963" cy="4451051"/>
            <a:chOff x="11278640" y="3089384"/>
            <a:chExt cx="3193963" cy="4451051"/>
          </a:xfrm>
        </p:grpSpPr>
        <p:pic>
          <p:nvPicPr>
            <p:cNvPr id="40" name="Object 39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278640" y="3089384"/>
              <a:ext cx="3193963" cy="4451051"/>
            </a:xfrm>
            <a:prstGeom prst="rect">
              <a:avLst/>
            </a:prstGeom>
          </p:spPr>
        </p:pic>
      </p:grpSp>
      <p:pic>
        <p:nvPicPr>
          <p:cNvPr id="42" name="Object 4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4107520" y="7632393"/>
            <a:ext cx="1043993" cy="545517"/>
          </a:xfrm>
          <a:prstGeom prst="rect">
            <a:avLst/>
          </a:prstGeom>
        </p:spPr>
      </p:pic>
      <p:pic>
        <p:nvPicPr>
          <p:cNvPr id="43" name="Object 42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692868" y="7575250"/>
            <a:ext cx="1043993" cy="545517"/>
          </a:xfrm>
          <a:prstGeom prst="rect">
            <a:avLst/>
          </a:prstGeom>
        </p:spPr>
      </p:pic>
      <p:pic>
        <p:nvPicPr>
          <p:cNvPr id="44" name="Object 43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7322570" y="7535828"/>
            <a:ext cx="1043993" cy="545517"/>
          </a:xfrm>
          <a:prstGeom prst="rect">
            <a:avLst/>
          </a:prstGeom>
        </p:spPr>
      </p:pic>
      <p:pic>
        <p:nvPicPr>
          <p:cNvPr id="45" name="Object 44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1676943" y="2621382"/>
            <a:ext cx="804535" cy="498526"/>
          </a:xfrm>
          <a:prstGeom prst="rect">
            <a:avLst/>
          </a:prstGeom>
        </p:spPr>
      </p:pic>
      <p:pic>
        <p:nvPicPr>
          <p:cNvPr id="46" name="Object 45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5159115" y="2652653"/>
            <a:ext cx="831193" cy="498526"/>
          </a:xfrm>
          <a:prstGeom prst="rect">
            <a:avLst/>
          </a:prstGeom>
        </p:spPr>
      </p:pic>
      <p:pic>
        <p:nvPicPr>
          <p:cNvPr id="47" name="Object 46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8373110" y="2656873"/>
            <a:ext cx="831421" cy="498517"/>
          </a:xfrm>
          <a:prstGeom prst="rect">
            <a:avLst/>
          </a:prstGeom>
        </p:spPr>
      </p:pic>
      <p:pic>
        <p:nvPicPr>
          <p:cNvPr id="48" name="Object 47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12289792" y="2738588"/>
            <a:ext cx="834602" cy="498526"/>
          </a:xfrm>
          <a:prstGeom prst="rect">
            <a:avLst/>
          </a:prstGeom>
        </p:spPr>
      </p:pic>
      <p:grpSp>
        <p:nvGrpSpPr>
          <p:cNvPr id="1014" name="그룹 1014"/>
          <p:cNvGrpSpPr/>
          <p:nvPr/>
        </p:nvGrpSpPr>
        <p:grpSpPr>
          <a:xfrm>
            <a:off x="15557362" y="2538153"/>
            <a:ext cx="1123615" cy="1123615"/>
            <a:chOff x="15557362" y="2538153"/>
            <a:chExt cx="1123615" cy="1123615"/>
          </a:xfrm>
        </p:grpSpPr>
        <p:pic>
          <p:nvPicPr>
            <p:cNvPr id="50" name="Object 49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557362" y="2538153"/>
              <a:ext cx="1123615" cy="1123615"/>
            </a:xfrm>
            <a:prstGeom prst="rect">
              <a:avLst/>
            </a:prstGeom>
          </p:spPr>
        </p:pic>
      </p:grpSp>
      <p:pic>
        <p:nvPicPr>
          <p:cNvPr id="52" name="Object 51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15515925" y="2689876"/>
            <a:ext cx="831421" cy="533040"/>
          </a:xfrm>
          <a:prstGeom prst="rect">
            <a:avLst/>
          </a:prstGeom>
        </p:spPr>
      </p:pic>
      <p:grpSp>
        <p:nvGrpSpPr>
          <p:cNvPr id="1015" name="그룹 1015"/>
          <p:cNvGrpSpPr/>
          <p:nvPr/>
        </p:nvGrpSpPr>
        <p:grpSpPr>
          <a:xfrm>
            <a:off x="14488374" y="3153518"/>
            <a:ext cx="3297940" cy="4414222"/>
            <a:chOff x="14488374" y="3153518"/>
            <a:chExt cx="3297940" cy="4414222"/>
          </a:xfrm>
        </p:grpSpPr>
        <p:pic>
          <p:nvPicPr>
            <p:cNvPr id="54" name="Object 53"/>
            <p:cNvPicPr>
              <a:picLocks noChangeAspect="1"/>
            </p:cNvPicPr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4488374" y="3153518"/>
              <a:ext cx="3297940" cy="4414222"/>
            </a:xfrm>
            <a:prstGeom prst="rect">
              <a:avLst/>
            </a:prstGeom>
          </p:spPr>
        </p:pic>
      </p:grpSp>
      <p:pic>
        <p:nvPicPr>
          <p:cNvPr id="56" name="Object 55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556991" y="1298258"/>
            <a:ext cx="4687192" cy="1067811"/>
          </a:xfrm>
          <a:prstGeom prst="rect">
            <a:avLst/>
          </a:prstGeom>
        </p:spPr>
      </p:pic>
      <p:pic>
        <p:nvPicPr>
          <p:cNvPr id="57" name="Object 56"/>
          <p:cNvPicPr>
            <a:picLocks noChangeAspect="1"/>
          </p:cNvPicPr>
          <p:nvPr/>
        </p:nvPicPr>
        <p:blipFill>
          <a:blip r:embed="rId24" cstate="print"/>
          <a:stretch>
            <a:fillRect/>
          </a:stretch>
        </p:blipFill>
        <p:spPr>
          <a:xfrm>
            <a:off x="14465991" y="7575250"/>
            <a:ext cx="889783" cy="545517"/>
          </a:xfrm>
          <a:prstGeom prst="rect">
            <a:avLst/>
          </a:prstGeom>
        </p:spPr>
      </p:pic>
      <p:pic>
        <p:nvPicPr>
          <p:cNvPr id="58" name="Object 57"/>
          <p:cNvPicPr>
            <a:picLocks noChangeAspect="1"/>
          </p:cNvPicPr>
          <p:nvPr/>
        </p:nvPicPr>
        <p:blipFill>
          <a:blip r:embed="rId24" cstate="print"/>
          <a:stretch>
            <a:fillRect/>
          </a:stretch>
        </p:blipFill>
        <p:spPr>
          <a:xfrm>
            <a:off x="11238205" y="7565936"/>
            <a:ext cx="889783" cy="545517"/>
          </a:xfrm>
          <a:prstGeom prst="rect">
            <a:avLst/>
          </a:prstGeom>
        </p:spPr>
      </p:pic>
      <p:pic>
        <p:nvPicPr>
          <p:cNvPr id="59" name="Object 58"/>
          <p:cNvPicPr>
            <a:picLocks noChangeAspect="1"/>
          </p:cNvPicPr>
          <p:nvPr/>
        </p:nvPicPr>
        <p:blipFill>
          <a:blip r:embed="rId25" cstate="print"/>
          <a:stretch>
            <a:fillRect/>
          </a:stretch>
        </p:blipFill>
        <p:spPr>
          <a:xfrm>
            <a:off x="447811" y="7982828"/>
            <a:ext cx="1042208" cy="620656"/>
          </a:xfrm>
          <a:prstGeom prst="rect">
            <a:avLst/>
          </a:prstGeom>
        </p:spPr>
      </p:pic>
      <p:pic>
        <p:nvPicPr>
          <p:cNvPr id="60" name="Object 59"/>
          <p:cNvPicPr>
            <a:picLocks noChangeAspect="1"/>
          </p:cNvPicPr>
          <p:nvPr/>
        </p:nvPicPr>
        <p:blipFill>
          <a:blip r:embed="rId26" cstate="print"/>
          <a:stretch>
            <a:fillRect/>
          </a:stretch>
        </p:blipFill>
        <p:spPr>
          <a:xfrm>
            <a:off x="10659612" y="8042560"/>
            <a:ext cx="1718704" cy="620656"/>
          </a:xfrm>
          <a:prstGeom prst="rect">
            <a:avLst/>
          </a:prstGeom>
        </p:spPr>
      </p:pic>
      <p:pic>
        <p:nvPicPr>
          <p:cNvPr id="61" name="Object 60"/>
          <p:cNvPicPr>
            <a:picLocks noChangeAspect="1"/>
          </p:cNvPicPr>
          <p:nvPr/>
        </p:nvPicPr>
        <p:blipFill>
          <a:blip r:embed="rId27" cstate="print"/>
          <a:stretch>
            <a:fillRect/>
          </a:stretch>
        </p:blipFill>
        <p:spPr>
          <a:xfrm>
            <a:off x="7240457" y="8084504"/>
            <a:ext cx="1172551" cy="620656"/>
          </a:xfrm>
          <a:prstGeom prst="rect">
            <a:avLst/>
          </a:prstGeom>
        </p:spPr>
      </p:pic>
      <p:pic>
        <p:nvPicPr>
          <p:cNvPr id="63" name="Object 62"/>
          <p:cNvPicPr>
            <a:picLocks noChangeAspect="1"/>
          </p:cNvPicPr>
          <p:nvPr/>
        </p:nvPicPr>
        <p:blipFill>
          <a:blip r:embed="rId28" cstate="print"/>
          <a:stretch>
            <a:fillRect/>
          </a:stretch>
        </p:blipFill>
        <p:spPr>
          <a:xfrm>
            <a:off x="14421037" y="8091872"/>
            <a:ext cx="1549056" cy="62065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96DBAB1-04AA-59FF-E2D3-A7CA4615D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66979" y="8042560"/>
            <a:ext cx="1753440" cy="620657"/>
          </a:xfrm>
        </p:spPr>
        <p:txBody>
          <a:bodyPr>
            <a:normAutofit/>
          </a:bodyPr>
          <a:lstStyle/>
          <a:p>
            <a:r>
              <a:rPr lang="ko-KR" altLang="en-US" sz="2500" b="1" dirty="0">
                <a:latin typeface="맑은고딕"/>
              </a:rPr>
              <a:t>가맹점주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38636" y="1594926"/>
            <a:ext cx="3530573" cy="1898783"/>
            <a:chOff x="438636" y="1594926"/>
            <a:chExt cx="3530573" cy="189878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8636" y="1594926"/>
              <a:ext cx="3530573" cy="189878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297373" y="5495222"/>
            <a:ext cx="3938073" cy="2138601"/>
            <a:chOff x="297373" y="5495222"/>
            <a:chExt cx="3938073" cy="2138601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7373" y="5495222"/>
              <a:ext cx="3938073" cy="2138601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438636" y="3493709"/>
            <a:ext cx="3796810" cy="1830226"/>
            <a:chOff x="438636" y="3493709"/>
            <a:chExt cx="3796810" cy="1830226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8636" y="3493709"/>
              <a:ext cx="3796810" cy="1830226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4235446" y="3955039"/>
            <a:ext cx="2373128" cy="3027365"/>
            <a:chOff x="4235446" y="3955039"/>
            <a:chExt cx="2373128" cy="3027365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35446" y="3955039"/>
              <a:ext cx="2373128" cy="3027365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95252" y="317317"/>
            <a:ext cx="3793875" cy="1380381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6608573" y="1594926"/>
            <a:ext cx="4688180" cy="5282304"/>
            <a:chOff x="6608573" y="1594926"/>
            <a:chExt cx="4688180" cy="5282304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08573" y="1594926"/>
              <a:ext cx="4688180" cy="5282304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4196890" y="2021043"/>
            <a:ext cx="3858481" cy="4430070"/>
            <a:chOff x="14196890" y="2021043"/>
            <a:chExt cx="3858481" cy="4430070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196890" y="2021043"/>
              <a:ext cx="3858481" cy="4430070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1296753" y="3318792"/>
            <a:ext cx="2900137" cy="2113210"/>
            <a:chOff x="11296753" y="3318792"/>
            <a:chExt cx="2900137" cy="2113210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296753" y="3318792"/>
              <a:ext cx="2900137" cy="211321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95251" y="317316"/>
            <a:ext cx="3453009" cy="1380381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3802057" y="3156693"/>
            <a:ext cx="2307501" cy="2003883"/>
            <a:chOff x="3802057" y="3156693"/>
            <a:chExt cx="2307501" cy="2003883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02057" y="3156693"/>
              <a:ext cx="2307501" cy="200388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6091839" y="2018228"/>
            <a:ext cx="4240918" cy="4919465"/>
            <a:chOff x="6091839" y="2018228"/>
            <a:chExt cx="4240918" cy="4919465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1839" y="2018228"/>
              <a:ext cx="4240918" cy="4919465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3609191" y="1594926"/>
            <a:ext cx="3649516" cy="8082071"/>
            <a:chOff x="13609191" y="1594926"/>
            <a:chExt cx="3649516" cy="8082071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609191" y="1594926"/>
              <a:ext cx="3649516" cy="8082071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0" y="2219687"/>
            <a:ext cx="3784338" cy="4123060"/>
            <a:chOff x="0" y="2219687"/>
            <a:chExt cx="3784338" cy="4123060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2219687"/>
              <a:ext cx="3784338" cy="4123060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0332757" y="3156693"/>
            <a:ext cx="3276434" cy="2754524"/>
            <a:chOff x="10332757" y="3156693"/>
            <a:chExt cx="3276434" cy="2754524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332757" y="3156693"/>
              <a:ext cx="3276434" cy="27545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7127440" y="0"/>
            <a:ext cx="3961093" cy="4184213"/>
            <a:chOff x="7127440" y="0"/>
            <a:chExt cx="3961093" cy="418421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27440" y="0"/>
              <a:ext cx="3961093" cy="4184213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8295" y="317316"/>
            <a:ext cx="3453018" cy="1380381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7934203" y="4136594"/>
            <a:ext cx="2271411" cy="2535808"/>
            <a:chOff x="7934203" y="4136594"/>
            <a:chExt cx="2271411" cy="2535808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34203" y="4136594"/>
              <a:ext cx="2271411" cy="253580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6983313" y="6690121"/>
            <a:ext cx="4105221" cy="3506283"/>
            <a:chOff x="6983313" y="6690121"/>
            <a:chExt cx="4105221" cy="3506283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83313" y="6690121"/>
              <a:ext cx="4105221" cy="350628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2639" y="-37941"/>
            <a:ext cx="4582313" cy="1380381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925539" y="1111081"/>
            <a:ext cx="2462064" cy="1324127"/>
            <a:chOff x="925539" y="1239669"/>
            <a:chExt cx="2462064" cy="1324127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5539" y="1239669"/>
              <a:ext cx="2462064" cy="1324127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279447" y="2435207"/>
            <a:ext cx="1917299" cy="1328864"/>
            <a:chOff x="1279447" y="2563795"/>
            <a:chExt cx="1917299" cy="1328864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9447" y="2563795"/>
              <a:ext cx="1917299" cy="1328864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3387603" y="2804710"/>
            <a:ext cx="1531851" cy="1954161"/>
            <a:chOff x="3387603" y="2933298"/>
            <a:chExt cx="1531851" cy="1954161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87603" y="2933298"/>
              <a:ext cx="1531851" cy="1954161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4919454" y="916563"/>
            <a:ext cx="3827561" cy="4982059"/>
            <a:chOff x="4919454" y="1045151"/>
            <a:chExt cx="3827561" cy="4982059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19454" y="1045151"/>
              <a:ext cx="3827561" cy="4982059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0780360" y="419891"/>
            <a:ext cx="2646594" cy="3038656"/>
            <a:chOff x="10780360" y="548479"/>
            <a:chExt cx="2646594" cy="3038656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780360" y="548479"/>
              <a:ext cx="2646594" cy="3038656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8747016" y="1206319"/>
            <a:ext cx="2033344" cy="1481614"/>
            <a:chOff x="8747016" y="1334907"/>
            <a:chExt cx="2033344" cy="1481614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47016" y="1334907"/>
              <a:ext cx="2033344" cy="1481614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0573062" y="4237154"/>
            <a:ext cx="2853891" cy="5613771"/>
            <a:chOff x="10573062" y="4194292"/>
            <a:chExt cx="2853891" cy="5613771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573062" y="4194292"/>
              <a:ext cx="2853891" cy="5613771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3426954" y="4007548"/>
            <a:ext cx="2072405" cy="3036491"/>
            <a:chOff x="13426954" y="3964686"/>
            <a:chExt cx="2072405" cy="3036491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426954" y="3964686"/>
              <a:ext cx="2072405" cy="3036491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5503075" y="2552349"/>
            <a:ext cx="2782639" cy="2939379"/>
            <a:chOff x="15503075" y="2509487"/>
            <a:chExt cx="2782639" cy="2939379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503075" y="2509487"/>
              <a:ext cx="2782639" cy="2939379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15765844" y="5491728"/>
            <a:ext cx="1884464" cy="2103819"/>
            <a:chOff x="15765844" y="5448866"/>
            <a:chExt cx="1884464" cy="2103819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765844" y="5448866"/>
              <a:ext cx="1884464" cy="2103819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15130436" y="7595548"/>
            <a:ext cx="3155278" cy="2694933"/>
            <a:chOff x="15130436" y="7552686"/>
            <a:chExt cx="3155278" cy="2694933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130436" y="7552686"/>
              <a:ext cx="3155278" cy="2694933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3693999" y="7938107"/>
            <a:ext cx="1670969" cy="1451105"/>
            <a:chOff x="3693999" y="7938107"/>
            <a:chExt cx="1670969" cy="1451105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693999" y="7938107"/>
              <a:ext cx="1670969" cy="1451105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5364968" y="7112480"/>
            <a:ext cx="2735547" cy="3173234"/>
            <a:chOff x="5364968" y="7112480"/>
            <a:chExt cx="2735547" cy="3173234"/>
          </a:xfrm>
        </p:grpSpPr>
        <p:pic>
          <p:nvPicPr>
            <p:cNvPr id="40" name="Object 39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364968" y="7112480"/>
              <a:ext cx="2735547" cy="3173234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734683" y="7198205"/>
            <a:ext cx="2924061" cy="3185782"/>
            <a:chOff x="734683" y="7112480"/>
            <a:chExt cx="2924061" cy="3185782"/>
          </a:xfrm>
        </p:grpSpPr>
        <p:pic>
          <p:nvPicPr>
            <p:cNvPr id="43" name="Object 42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34683" y="7112480"/>
              <a:ext cx="2924061" cy="3185782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2428064" y="5299467"/>
            <a:ext cx="2531870" cy="1813013"/>
            <a:chOff x="2428064" y="5299467"/>
            <a:chExt cx="2531870" cy="1813013"/>
          </a:xfrm>
        </p:grpSpPr>
        <p:pic>
          <p:nvPicPr>
            <p:cNvPr id="46" name="Object 45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428064" y="5299467"/>
              <a:ext cx="2531870" cy="1813013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771230" y="3764071"/>
            <a:ext cx="2617189" cy="1682425"/>
            <a:chOff x="771230" y="3892659"/>
            <a:chExt cx="2617189" cy="1682425"/>
          </a:xfrm>
        </p:grpSpPr>
        <p:pic>
          <p:nvPicPr>
            <p:cNvPr id="49" name="Object 48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71230" y="3892659"/>
              <a:ext cx="2617189" cy="1682425"/>
            </a:xfrm>
            <a:prstGeom prst="rect">
              <a:avLst/>
            </a:prstGeom>
          </p:spPr>
        </p:pic>
      </p:grpSp>
      <p:grpSp>
        <p:nvGrpSpPr>
          <p:cNvPr id="1017" name="그룹 1017"/>
          <p:cNvGrpSpPr/>
          <p:nvPr/>
        </p:nvGrpSpPr>
        <p:grpSpPr>
          <a:xfrm>
            <a:off x="8070164" y="7170096"/>
            <a:ext cx="2502898" cy="2104206"/>
            <a:chOff x="8070164" y="7170096"/>
            <a:chExt cx="2502898" cy="2104206"/>
          </a:xfrm>
        </p:grpSpPr>
        <p:pic>
          <p:nvPicPr>
            <p:cNvPr id="52" name="Object 51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070164" y="7170096"/>
              <a:ext cx="2502898" cy="2104206"/>
            </a:xfrm>
            <a:prstGeom prst="rect">
              <a:avLst/>
            </a:prstGeom>
          </p:spPr>
        </p:pic>
      </p:grpSp>
      <p:grpSp>
        <p:nvGrpSpPr>
          <p:cNvPr id="1018" name="그룹 1018"/>
          <p:cNvGrpSpPr/>
          <p:nvPr/>
        </p:nvGrpSpPr>
        <p:grpSpPr>
          <a:xfrm>
            <a:off x="8747016" y="3048788"/>
            <a:ext cx="1882934" cy="2651479"/>
            <a:chOff x="8747016" y="3048788"/>
            <a:chExt cx="1882934" cy="2651479"/>
          </a:xfrm>
        </p:grpSpPr>
        <p:pic>
          <p:nvPicPr>
            <p:cNvPr id="55" name="Object 54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747016" y="3048788"/>
              <a:ext cx="1882934" cy="265147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0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84A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228281" y="2854656"/>
            <a:ext cx="18513995" cy="6898164"/>
            <a:chOff x="-228281" y="2854656"/>
            <a:chExt cx="18513995" cy="6898164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-228281" y="7754744"/>
              <a:ext cx="13084021" cy="19048"/>
              <a:chOff x="-228281" y="7754744"/>
              <a:chExt cx="13084021" cy="19048"/>
            </a:xfrm>
          </p:grpSpPr>
          <p:pic>
            <p:nvPicPr>
              <p:cNvPr id="4" name="Object 3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-228281" y="7754744"/>
                <a:ext cx="13084021" cy="19048"/>
              </a:xfrm>
              <a:prstGeom prst="rect">
                <a:avLst/>
              </a:prstGeom>
            </p:spPr>
          </p:pic>
        </p:grpSp>
        <p:grpSp>
          <p:nvGrpSpPr>
            <p:cNvPr id="1003" name="그룹 1003"/>
            <p:cNvGrpSpPr/>
            <p:nvPr/>
          </p:nvGrpSpPr>
          <p:grpSpPr>
            <a:xfrm>
              <a:off x="12846216" y="2854656"/>
              <a:ext cx="5439498" cy="6898164"/>
              <a:chOff x="12846216" y="2854656"/>
              <a:chExt cx="5439498" cy="6898164"/>
            </a:xfrm>
          </p:grpSpPr>
          <p:pic>
            <p:nvPicPr>
              <p:cNvPr id="7" name="Object 6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2846216" y="2854656"/>
                <a:ext cx="5439498" cy="6898164"/>
              </a:xfrm>
              <a:prstGeom prst="rect">
                <a:avLst/>
              </a:prstGeom>
            </p:spPr>
          </p:pic>
        </p:grpSp>
      </p:grpSp>
      <p:grpSp>
        <p:nvGrpSpPr>
          <p:cNvPr id="1004" name="그룹 1004"/>
          <p:cNvGrpSpPr/>
          <p:nvPr/>
        </p:nvGrpSpPr>
        <p:grpSpPr>
          <a:xfrm>
            <a:off x="-237805" y="9752820"/>
            <a:ext cx="18761324" cy="532895"/>
            <a:chOff x="-237805" y="9752820"/>
            <a:chExt cx="18761324" cy="532895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237805" y="9752820"/>
              <a:ext cx="18761324" cy="532895"/>
            </a:xfrm>
            <a:prstGeom prst="rect">
              <a:avLst/>
            </a:prstGeom>
          </p:spPr>
        </p:pic>
      </p:grpSp>
      <p:pic>
        <p:nvPicPr>
          <p:cNvPr id="13" name="Object 12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673217" y="3520735"/>
            <a:ext cx="2995674" cy="1920381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14848972" y="1384055"/>
            <a:ext cx="3224270" cy="19048"/>
            <a:chOff x="14848972" y="1384055"/>
            <a:chExt cx="3224270" cy="19048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-16200000">
              <a:off x="14848972" y="1384055"/>
              <a:ext cx="3224270" cy="1904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84A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228281" y="2854656"/>
            <a:ext cx="18513995" cy="6898164"/>
            <a:chOff x="-228281" y="2854656"/>
            <a:chExt cx="18513995" cy="6898164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-228281" y="7754744"/>
              <a:ext cx="13084021" cy="19048"/>
              <a:chOff x="-228281" y="7754744"/>
              <a:chExt cx="13084021" cy="19048"/>
            </a:xfrm>
          </p:grpSpPr>
          <p:pic>
            <p:nvPicPr>
              <p:cNvPr id="4" name="Object 3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-228281" y="7754744"/>
                <a:ext cx="13084021" cy="19048"/>
              </a:xfrm>
              <a:prstGeom prst="rect">
                <a:avLst/>
              </a:prstGeom>
            </p:spPr>
          </p:pic>
        </p:grpSp>
        <p:grpSp>
          <p:nvGrpSpPr>
            <p:cNvPr id="1003" name="그룹 1003"/>
            <p:cNvGrpSpPr/>
            <p:nvPr/>
          </p:nvGrpSpPr>
          <p:grpSpPr>
            <a:xfrm>
              <a:off x="12846216" y="2854656"/>
              <a:ext cx="5439498" cy="6898164"/>
              <a:chOff x="12846216" y="2854656"/>
              <a:chExt cx="5439498" cy="6898164"/>
            </a:xfrm>
          </p:grpSpPr>
          <p:pic>
            <p:nvPicPr>
              <p:cNvPr id="7" name="Object 6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2846216" y="2854656"/>
                <a:ext cx="5439498" cy="6898164"/>
              </a:xfrm>
              <a:prstGeom prst="rect">
                <a:avLst/>
              </a:prstGeom>
            </p:spPr>
          </p:pic>
        </p:grpSp>
      </p:grpSp>
      <p:grpSp>
        <p:nvGrpSpPr>
          <p:cNvPr id="1004" name="그룹 1004"/>
          <p:cNvGrpSpPr/>
          <p:nvPr/>
        </p:nvGrpSpPr>
        <p:grpSpPr>
          <a:xfrm>
            <a:off x="-237805" y="9752820"/>
            <a:ext cx="18761324" cy="532895"/>
            <a:chOff x="-237805" y="9752820"/>
            <a:chExt cx="18761324" cy="532895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237805" y="9752820"/>
              <a:ext cx="18761324" cy="532895"/>
            </a:xfrm>
            <a:prstGeom prst="rect">
              <a:avLst/>
            </a:prstGeom>
          </p:spPr>
        </p:pic>
      </p:grpSp>
      <p:pic>
        <p:nvPicPr>
          <p:cNvPr id="13" name="Object 12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196195" y="2830480"/>
            <a:ext cx="7084545" cy="2190782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14848972" y="1384055"/>
            <a:ext cx="3224270" cy="19048"/>
            <a:chOff x="14848972" y="1384055"/>
            <a:chExt cx="3224270" cy="19048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-16200000">
              <a:off x="14848972" y="1384055"/>
              <a:ext cx="3224270" cy="1904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</Words>
  <Application>Microsoft Office PowerPoint</Application>
  <PresentationFormat>사용자 지정</PresentationFormat>
  <Paragraphs>1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맑은고딕</vt:lpstr>
      <vt:lpstr>Arial</vt:lpstr>
      <vt:lpstr>Calibri</vt:lpstr>
      <vt:lpstr>Office Theme</vt:lpstr>
      <vt:lpstr>PowerPoint 프레젠테이션</vt:lpstr>
      <vt:lpstr>PowerPoint 프레젠테이션</vt:lpstr>
      <vt:lpstr>가맹점주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officegen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조 경주</cp:lastModifiedBy>
  <cp:revision>5</cp:revision>
  <dcterms:created xsi:type="dcterms:W3CDTF">2022-10-13T18:53:14Z</dcterms:created>
  <dcterms:modified xsi:type="dcterms:W3CDTF">2022-10-16T16:22:28Z</dcterms:modified>
</cp:coreProperties>
</file>