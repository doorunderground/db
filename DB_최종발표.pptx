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 type="screen4x3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6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33906" y="3000317"/>
            <a:ext cx="1339568" cy="50806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89506" y="2975246"/>
            <a:ext cx="1995832" cy="1741899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58439" y="6039534"/>
            <a:ext cx="3863158" cy="221210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142857" y="9105428"/>
            <a:ext cx="462299" cy="462299"/>
            <a:chOff x="9142857" y="9105428"/>
            <a:chExt cx="462299" cy="46229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2857" y="9105428"/>
              <a:ext cx="462299" cy="46229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472886" y="9105428"/>
            <a:ext cx="462299" cy="462299"/>
            <a:chOff x="9472886" y="9105428"/>
            <a:chExt cx="462299" cy="462299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9472886" y="9105428"/>
              <a:ext cx="462299" cy="462299"/>
              <a:chOff x="9472886" y="9105428"/>
              <a:chExt cx="462299" cy="462299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9472886" y="9105428"/>
                <a:ext cx="462299" cy="46229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9566442" y="9198984"/>
              <a:ext cx="275186" cy="275186"/>
              <a:chOff x="9566442" y="9198984"/>
              <a:chExt cx="275186" cy="275186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9566442" y="9198984"/>
                <a:ext cx="275186" cy="275186"/>
              </a:xfrm>
              <a:prstGeom prst="rect">
                <a:avLst/>
              </a:prstGeom>
            </p:spPr>
          </p:pic>
        </p:grpSp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995584" y="9059851"/>
            <a:ext cx="1853278" cy="613307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8979982" y="3940087"/>
            <a:ext cx="5184299" cy="1751423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823631" y="7925142"/>
            <a:ext cx="4035193" cy="2360573"/>
            <a:chOff x="1823631" y="7925142"/>
            <a:chExt cx="4035193" cy="2360573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3631" y="7925142"/>
              <a:ext cx="4035193" cy="2360573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845194" y="4827775"/>
            <a:ext cx="3809187" cy="3809187"/>
            <a:chOff x="1845194" y="4827775"/>
            <a:chExt cx="3809187" cy="3809187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1845194" y="4827775"/>
              <a:ext cx="3809187" cy="3809187"/>
              <a:chOff x="1845194" y="4827775"/>
              <a:chExt cx="3809187" cy="3809187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845194" y="4827775"/>
                <a:ext cx="3809187" cy="3809187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2616067" y="5598648"/>
              <a:ext cx="2267442" cy="2267442"/>
              <a:chOff x="2616067" y="5598648"/>
              <a:chExt cx="2267442" cy="2267442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2616067" y="5598648"/>
                <a:ext cx="2267442" cy="2267442"/>
              </a:xfrm>
              <a:prstGeom prst="rect">
                <a:avLst/>
              </a:prstGeom>
            </p:spPr>
          </p:pic>
        </p:grpSp>
      </p:grpSp>
      <p:grpSp>
        <p:nvGrpSpPr>
          <p:cNvPr id="1009" name="그룹 1009"/>
          <p:cNvGrpSpPr/>
          <p:nvPr/>
        </p:nvGrpSpPr>
        <p:grpSpPr>
          <a:xfrm>
            <a:off x="1823631" y="0"/>
            <a:ext cx="3778780" cy="2101807"/>
            <a:chOff x="1823631" y="0"/>
            <a:chExt cx="3778780" cy="2101807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23631" y="0"/>
              <a:ext cx="3778780" cy="2101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113560" y="5442487"/>
            <a:ext cx="11889908" cy="64286"/>
            <a:chOff x="3113560" y="5442487"/>
            <a:chExt cx="11889908" cy="64286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3560" y="5442487"/>
              <a:ext cx="11889908" cy="6428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933761" y="5270202"/>
            <a:ext cx="12249507" cy="351054"/>
            <a:chOff x="2933761" y="5270202"/>
            <a:chExt cx="12249507" cy="351054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3761" y="5270202"/>
              <a:ext cx="12249507" cy="351054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00279" y="472859"/>
            <a:ext cx="3135600" cy="83976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90311" y="5780427"/>
            <a:ext cx="971221" cy="798716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45954" y="5780427"/>
            <a:ext cx="2045354" cy="798716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3680825" y="5823798"/>
            <a:ext cx="1695964" cy="704583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53545" y="2385535"/>
            <a:ext cx="15661201" cy="1511144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218969" y="5802828"/>
            <a:ext cx="1619221" cy="666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2642202" y="185395"/>
            <a:ext cx="6647529" cy="6007003"/>
            <a:chOff x="2642202" y="185395"/>
            <a:chExt cx="6647529" cy="600700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2202" y="185395"/>
              <a:ext cx="6647529" cy="600700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642202" y="6192398"/>
            <a:ext cx="6647529" cy="4114286"/>
            <a:chOff x="2642202" y="6192398"/>
            <a:chExt cx="6647529" cy="411428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2202" y="6192398"/>
              <a:ext cx="6647529" cy="411428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289731" y="20970"/>
            <a:ext cx="7192576" cy="6171429"/>
            <a:chOff x="9289731" y="20970"/>
            <a:chExt cx="7192576" cy="617142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89731" y="20970"/>
              <a:ext cx="7192576" cy="617142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9289731" y="6192398"/>
            <a:ext cx="2982898" cy="4114286"/>
            <a:chOff x="9289731" y="6192398"/>
            <a:chExt cx="2982898" cy="4114286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89731" y="6192398"/>
              <a:ext cx="2982898" cy="4114286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379290" y="72950"/>
            <a:ext cx="2148687" cy="1208372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350382" y="8203066"/>
            <a:ext cx="5966233" cy="983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7955038" y="1135168"/>
            <a:ext cx="5567612" cy="4169467"/>
            <a:chOff x="7955038" y="1135168"/>
            <a:chExt cx="5567612" cy="416946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038" y="1135168"/>
              <a:ext cx="5567612" cy="416946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998165" y="5826181"/>
            <a:ext cx="9137123" cy="1423740"/>
            <a:chOff x="7998165" y="5826181"/>
            <a:chExt cx="9137123" cy="1423740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98165" y="5826181"/>
              <a:ext cx="9137123" cy="1423740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1682" y="263150"/>
            <a:ext cx="2157423" cy="743880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927407" y="2303550"/>
            <a:ext cx="5496006" cy="4577686"/>
            <a:chOff x="927407" y="2303550"/>
            <a:chExt cx="5496006" cy="4577686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7407" y="2303550"/>
              <a:ext cx="5496006" cy="4577686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12182" y="8129757"/>
            <a:ext cx="8959786" cy="937834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4042874" y="5967609"/>
            <a:ext cx="406371" cy="544529"/>
            <a:chOff x="4042874" y="5967609"/>
            <a:chExt cx="406371" cy="54452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2100000">
              <a:off x="4042874" y="5967609"/>
              <a:ext cx="406371" cy="54452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330991" y="4503099"/>
            <a:ext cx="1539222" cy="798035"/>
            <a:chOff x="11330991" y="4503099"/>
            <a:chExt cx="1539222" cy="798035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3180000">
              <a:off x="11330991" y="4503099"/>
              <a:ext cx="1539222" cy="7980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1683" y="263150"/>
            <a:ext cx="1124394" cy="74388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59409" y="7097153"/>
            <a:ext cx="9457958" cy="170707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877649" y="1481040"/>
            <a:ext cx="5617387" cy="2068219"/>
            <a:chOff x="5877649" y="1481040"/>
            <a:chExt cx="5617387" cy="2068219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7649" y="1481040"/>
              <a:ext cx="5617387" cy="206821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845490" y="1481040"/>
            <a:ext cx="6088158" cy="1694344"/>
            <a:chOff x="11845490" y="1481040"/>
            <a:chExt cx="6088158" cy="169434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845490" y="1481040"/>
              <a:ext cx="6088158" cy="169434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856085" y="3847869"/>
            <a:ext cx="5617387" cy="2077768"/>
            <a:chOff x="5856085" y="3847869"/>
            <a:chExt cx="5617387" cy="207776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6085" y="3847869"/>
              <a:ext cx="5617387" cy="207776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1845490" y="3876441"/>
            <a:ext cx="6088158" cy="1680741"/>
            <a:chOff x="11845490" y="3876441"/>
            <a:chExt cx="6088158" cy="1680741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45490" y="3876441"/>
              <a:ext cx="6088158" cy="1680741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81396" y="5929970"/>
            <a:ext cx="8400582" cy="666487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351324" y="1771264"/>
            <a:ext cx="5496006" cy="4214982"/>
            <a:chOff x="351324" y="1771264"/>
            <a:chExt cx="5496006" cy="4214982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1324" y="1771264"/>
              <a:ext cx="5496006" cy="421498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358310" y="4125380"/>
            <a:ext cx="425458" cy="570106"/>
            <a:chOff x="3358310" y="4125380"/>
            <a:chExt cx="425458" cy="570106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 rot="-2100000">
              <a:off x="3358310" y="4125380"/>
              <a:ext cx="425458" cy="5701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2494" y="337461"/>
            <a:ext cx="2586080" cy="813575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52534" y="6171334"/>
            <a:ext cx="8653805" cy="229759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2142" y="1498763"/>
            <a:ext cx="7436216" cy="3644094"/>
            <a:chOff x="532142" y="1498763"/>
            <a:chExt cx="7436216" cy="3644094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2142" y="1498763"/>
              <a:ext cx="7436216" cy="364409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296347" y="1313264"/>
            <a:ext cx="8357596" cy="3829593"/>
            <a:chOff x="9296347" y="1313264"/>
            <a:chExt cx="8357596" cy="3829593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96347" y="1313264"/>
              <a:ext cx="8357596" cy="382959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32142" y="5795474"/>
            <a:ext cx="6753170" cy="3678902"/>
            <a:chOff x="532142" y="5795474"/>
            <a:chExt cx="6753170" cy="3678902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142" y="5795474"/>
              <a:ext cx="6753170" cy="3678902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359694" y="1263217"/>
            <a:ext cx="1513836" cy="546816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359694" y="5586360"/>
            <a:ext cx="1513836" cy="546816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7604562" y="2676548"/>
            <a:ext cx="2040219" cy="615010"/>
            <a:chOff x="7604562" y="2676548"/>
            <a:chExt cx="2040219" cy="615010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1320000">
              <a:off x="7604562" y="2676548"/>
              <a:ext cx="2040219" cy="6150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180399" y="2076352"/>
            <a:ext cx="3573741" cy="2745455"/>
            <a:chOff x="8180399" y="2076352"/>
            <a:chExt cx="3573741" cy="274545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0399" y="2076352"/>
              <a:ext cx="3573741" cy="2745455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2494" y="244995"/>
            <a:ext cx="2060785" cy="67721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699358" y="7179226"/>
            <a:ext cx="384375" cy="515055"/>
            <a:chOff x="4699358" y="7179226"/>
            <a:chExt cx="384375" cy="515055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2100000">
              <a:off x="4699358" y="7179226"/>
              <a:ext cx="384375" cy="515055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14044" y="1139459"/>
            <a:ext cx="7041008" cy="964400"/>
            <a:chOff x="414044" y="1139459"/>
            <a:chExt cx="7041008" cy="964400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044" y="1139459"/>
              <a:ext cx="7041008" cy="964400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3544554" y="822661"/>
            <a:ext cx="3761185" cy="3978176"/>
            <a:chOff x="13544554" y="822661"/>
            <a:chExt cx="3761185" cy="3978176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44554" y="822661"/>
              <a:ext cx="3761185" cy="3978176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3544554" y="5719966"/>
            <a:ext cx="3056199" cy="4034012"/>
            <a:chOff x="13544554" y="5719966"/>
            <a:chExt cx="3056199" cy="4034012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44554" y="5719966"/>
              <a:ext cx="3056199" cy="4034012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397730" y="6972708"/>
            <a:ext cx="5427411" cy="3896138"/>
            <a:chOff x="397730" y="6972708"/>
            <a:chExt cx="5427411" cy="389613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7730" y="6972708"/>
              <a:ext cx="5427411" cy="389613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42649" y="5702841"/>
            <a:ext cx="9786744" cy="1090768"/>
            <a:chOff x="442649" y="5702841"/>
            <a:chExt cx="9786744" cy="1090768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2649" y="5702841"/>
              <a:ext cx="9786744" cy="1090768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442649" y="2459145"/>
            <a:ext cx="5933685" cy="2362661"/>
            <a:chOff x="442649" y="2459145"/>
            <a:chExt cx="5933685" cy="2362661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2649" y="2459145"/>
              <a:ext cx="5933685" cy="236266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4378283" y="3268341"/>
            <a:ext cx="332361" cy="445357"/>
            <a:chOff x="4378283" y="3268341"/>
            <a:chExt cx="332361" cy="445357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 rot="-2100000">
              <a:off x="4378283" y="3268341"/>
              <a:ext cx="332361" cy="445357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6692841" y="3430162"/>
            <a:ext cx="761813" cy="150000"/>
            <a:chOff x="6692841" y="3430162"/>
            <a:chExt cx="761813" cy="15000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92841" y="3430162"/>
              <a:ext cx="761813" cy="150000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6692838" y="8530480"/>
            <a:ext cx="754728" cy="150000"/>
            <a:chOff x="6692838" y="8530480"/>
            <a:chExt cx="754728" cy="150000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92838" y="8530480"/>
              <a:ext cx="754728" cy="15000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8180399" y="6972708"/>
            <a:ext cx="4097988" cy="3186223"/>
            <a:chOff x="8180399" y="6972708"/>
            <a:chExt cx="4097988" cy="3186223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80399" y="6972708"/>
              <a:ext cx="4097988" cy="31862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2494" y="359281"/>
            <a:ext cx="3825032" cy="724832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0382" y="5517915"/>
            <a:ext cx="11097843" cy="210280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6382376" y="2320491"/>
            <a:ext cx="11658301" cy="2363276"/>
            <a:chOff x="6382376" y="2320491"/>
            <a:chExt cx="11658301" cy="2363276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2376" y="2320491"/>
              <a:ext cx="11658301" cy="236327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59635" y="1436285"/>
            <a:ext cx="5232544" cy="9439664"/>
            <a:chOff x="359635" y="1436285"/>
            <a:chExt cx="5232544" cy="943966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635" y="1436285"/>
              <a:ext cx="5232544" cy="943966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02921" y="3277618"/>
            <a:ext cx="2340182" cy="705431"/>
            <a:chOff x="4202921" y="3277618"/>
            <a:chExt cx="2340182" cy="705431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1140000">
              <a:off x="4202921" y="3277618"/>
              <a:ext cx="2340182" cy="7054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2494" y="359281"/>
            <a:ext cx="2079832" cy="67721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49785" y="1520133"/>
            <a:ext cx="10994874" cy="4417331"/>
            <a:chOff x="849785" y="1520133"/>
            <a:chExt cx="10994874" cy="4417331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9785" y="1520133"/>
              <a:ext cx="10994874" cy="4417331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05977" y="6269863"/>
            <a:ext cx="11529900" cy="2102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992744" y="1350517"/>
            <a:ext cx="5846439" cy="5840823"/>
            <a:chOff x="992744" y="1350517"/>
            <a:chExt cx="5846439" cy="584082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744" y="1350517"/>
              <a:ext cx="5846439" cy="584082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2494" y="464130"/>
            <a:ext cx="1594013" cy="67721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357620" y="7720306"/>
            <a:ext cx="10079558" cy="965805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936486" y="1392456"/>
            <a:ext cx="7723685" cy="5146982"/>
            <a:chOff x="7936486" y="1392456"/>
            <a:chExt cx="7723685" cy="514698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36486" y="1392456"/>
              <a:ext cx="7723685" cy="514698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595037" y="6316759"/>
            <a:ext cx="332361" cy="445357"/>
            <a:chOff x="1595037" y="6316759"/>
            <a:chExt cx="332361" cy="445357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2100000">
              <a:off x="1595037" y="6316759"/>
              <a:ext cx="332361" cy="4453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2494" y="464130"/>
            <a:ext cx="2411099" cy="686737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22068" y="6193839"/>
            <a:ext cx="12124672" cy="270600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82438" y="1345066"/>
            <a:ext cx="5720468" cy="4904861"/>
            <a:chOff x="982438" y="1345066"/>
            <a:chExt cx="5720468" cy="490486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438" y="1345066"/>
              <a:ext cx="5720468" cy="490486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142857" y="2317438"/>
            <a:ext cx="9466188" cy="2674540"/>
            <a:chOff x="9142857" y="2317438"/>
            <a:chExt cx="9466188" cy="2674540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2857" y="2317438"/>
              <a:ext cx="9466188" cy="267454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2013365" y="5749524"/>
            <a:ext cx="332361" cy="445357"/>
            <a:chOff x="2013365" y="5749524"/>
            <a:chExt cx="332361" cy="445357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2100000">
              <a:off x="2013365" y="5749524"/>
              <a:ext cx="332361" cy="4453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358322" y="3268820"/>
            <a:ext cx="2520985" cy="630530"/>
            <a:chOff x="6358322" y="3268820"/>
            <a:chExt cx="2520985" cy="63053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8322" y="3268820"/>
              <a:ext cx="2520985" cy="6305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085" y="7243782"/>
            <a:ext cx="9576281" cy="132374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2494" y="464130"/>
            <a:ext cx="1594013" cy="68673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091975" y="3921605"/>
            <a:ext cx="1726774" cy="192857"/>
            <a:chOff x="8091975" y="3921605"/>
            <a:chExt cx="1726774" cy="192857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91975" y="3921605"/>
              <a:ext cx="1726774" cy="19285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100689" y="1783128"/>
            <a:ext cx="6171429" cy="4669926"/>
            <a:chOff x="1100689" y="1783128"/>
            <a:chExt cx="6171429" cy="4669926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0689" y="1783128"/>
              <a:ext cx="6171429" cy="466992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013597" y="2144000"/>
            <a:ext cx="6171429" cy="3948181"/>
            <a:chOff x="11013597" y="2144000"/>
            <a:chExt cx="6171429" cy="3948181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13597" y="2144000"/>
              <a:ext cx="6171429" cy="394818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089555" y="5973621"/>
            <a:ext cx="332361" cy="445357"/>
            <a:chOff x="2089555" y="5973621"/>
            <a:chExt cx="332361" cy="445357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2100000">
              <a:off x="2089555" y="5973621"/>
              <a:ext cx="332361" cy="4453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90304" y="1912663"/>
            <a:ext cx="7558933" cy="3594405"/>
            <a:chOff x="590304" y="1912663"/>
            <a:chExt cx="7558933" cy="3594405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304" y="1912663"/>
              <a:ext cx="7558933" cy="3594405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2494" y="464130"/>
            <a:ext cx="1603537" cy="686737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72911" y="4093393"/>
            <a:ext cx="332361" cy="445357"/>
            <a:chOff x="1572911" y="4093393"/>
            <a:chExt cx="332361" cy="445357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2100000">
              <a:off x="1572911" y="4093393"/>
              <a:ext cx="332361" cy="44535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214897" y="898212"/>
            <a:ext cx="6868349" cy="2120556"/>
            <a:chOff x="10214897" y="898212"/>
            <a:chExt cx="6868349" cy="2120556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14897" y="898212"/>
              <a:ext cx="6868349" cy="2120556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0214897" y="3264928"/>
            <a:ext cx="4922896" cy="3363057"/>
            <a:chOff x="10214897" y="3264928"/>
            <a:chExt cx="4922896" cy="3363057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14897" y="3264928"/>
              <a:ext cx="4922896" cy="33630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8385561" y="3168499"/>
            <a:ext cx="1220131" cy="192857"/>
            <a:chOff x="8385561" y="3168499"/>
            <a:chExt cx="1220131" cy="192857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85561" y="3168499"/>
              <a:ext cx="1220131" cy="192857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431114" y="7607479"/>
            <a:ext cx="9724938" cy="616653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9779360" y="0"/>
            <a:ext cx="7606655" cy="7401666"/>
            <a:chOff x="9779360" y="0"/>
            <a:chExt cx="7606655" cy="7401666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79360" y="0"/>
              <a:ext cx="7606655" cy="74016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4933" y="300181"/>
            <a:ext cx="3061308" cy="66100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34747" y="8636195"/>
            <a:ext cx="12062043" cy="1418472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800700" y="4038831"/>
            <a:ext cx="3668835" cy="4065621"/>
            <a:chOff x="7800700" y="4038831"/>
            <a:chExt cx="3668835" cy="406562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00700" y="4038831"/>
              <a:ext cx="3668835" cy="406562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80204" y="1328069"/>
            <a:ext cx="5966110" cy="3877698"/>
            <a:chOff x="480204" y="1328069"/>
            <a:chExt cx="5966110" cy="3877698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204" y="1328069"/>
              <a:ext cx="5966110" cy="387769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300303" y="4169584"/>
            <a:ext cx="332361" cy="445357"/>
            <a:chOff x="1300303" y="4169584"/>
            <a:chExt cx="332361" cy="445357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2100000">
              <a:off x="1300303" y="4169584"/>
              <a:ext cx="332361" cy="44535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7606099" y="604700"/>
            <a:ext cx="10346134" cy="3069301"/>
            <a:chOff x="7606099" y="604700"/>
            <a:chExt cx="10346134" cy="3069301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06099" y="604700"/>
              <a:ext cx="10346134" cy="3069301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661717" y="4165898"/>
            <a:ext cx="3843579" cy="1081986"/>
            <a:chOff x="5661717" y="4165898"/>
            <a:chExt cx="3843579" cy="1081986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-4260000">
              <a:off x="5661717" y="4165898"/>
              <a:ext cx="3843579" cy="10819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7116" y="170792"/>
            <a:ext cx="2458917" cy="68957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3405448" y="224124"/>
            <a:ext cx="10135547" cy="2998370"/>
            <a:chOff x="3405448" y="224124"/>
            <a:chExt cx="10135547" cy="2998370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5448" y="224124"/>
              <a:ext cx="10135547" cy="2998370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506122" y="3460728"/>
            <a:ext cx="10015590" cy="3071030"/>
            <a:chOff x="3506122" y="3460728"/>
            <a:chExt cx="10015590" cy="3071030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6122" y="3460728"/>
              <a:ext cx="10015590" cy="3071030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3568867" y="6888246"/>
            <a:ext cx="9930188" cy="2916019"/>
            <a:chOff x="3568867" y="6888246"/>
            <a:chExt cx="9930188" cy="291601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8867" y="6888246"/>
              <a:ext cx="9930188" cy="2916019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2451435" y="6336939"/>
            <a:ext cx="1888917" cy="1665659"/>
            <a:chOff x="12451435" y="6336939"/>
            <a:chExt cx="1888917" cy="1665659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 rot="-2640000">
              <a:off x="12451435" y="6336939"/>
              <a:ext cx="1888917" cy="1665659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493374" y="3054865"/>
            <a:ext cx="1888917" cy="1665659"/>
            <a:chOff x="12493374" y="3054865"/>
            <a:chExt cx="1888917" cy="1665659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2640000">
              <a:off x="12493374" y="3054865"/>
              <a:ext cx="1888917" cy="1665659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3938891" y="4939921"/>
            <a:ext cx="4308196" cy="1316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4933" y="300180"/>
            <a:ext cx="1172253" cy="6514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2714243" y="1208817"/>
            <a:ext cx="10791834" cy="3600184"/>
            <a:chOff x="2714243" y="1208817"/>
            <a:chExt cx="10791834" cy="3600184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4243" y="1208817"/>
              <a:ext cx="10791834" cy="360018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965464" y="6664502"/>
            <a:ext cx="10718227" cy="3047496"/>
            <a:chOff x="2965464" y="6664502"/>
            <a:chExt cx="10718227" cy="304749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5464" y="6664502"/>
              <a:ext cx="10718227" cy="3047496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782331" y="4177806"/>
            <a:ext cx="2149043" cy="1971179"/>
            <a:chOff x="11782331" y="4177806"/>
            <a:chExt cx="2149043" cy="197117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2280000">
              <a:off x="11782331" y="4177806"/>
              <a:ext cx="2149043" cy="1971179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369265" y="1221674"/>
            <a:ext cx="1730616" cy="546816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369265" y="6434417"/>
            <a:ext cx="1611150" cy="546816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001811" y="4367083"/>
            <a:ext cx="4245938" cy="15812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03427" y="2864971"/>
            <a:ext cx="5968169" cy="160739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123810" y="7925142"/>
            <a:ext cx="4035193" cy="2360573"/>
            <a:chOff x="7123810" y="7925142"/>
            <a:chExt cx="4035193" cy="2360573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3810" y="7925142"/>
              <a:ext cx="4035193" cy="236057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7145373" y="4827775"/>
            <a:ext cx="3809187" cy="3809187"/>
            <a:chOff x="7145373" y="4827775"/>
            <a:chExt cx="3809187" cy="3809187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7145373" y="4827775"/>
              <a:ext cx="3809187" cy="3809187"/>
              <a:chOff x="7145373" y="4827775"/>
              <a:chExt cx="3809187" cy="3809187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145373" y="4827775"/>
                <a:ext cx="3809187" cy="3809187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7916246" y="5598648"/>
              <a:ext cx="2267442" cy="2267442"/>
              <a:chOff x="7916246" y="5598648"/>
              <a:chExt cx="2267442" cy="2267442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916246" y="5598648"/>
                <a:ext cx="2267442" cy="2267442"/>
              </a:xfrm>
              <a:prstGeom prst="rect">
                <a:avLst/>
              </a:prstGeom>
            </p:spPr>
          </p:pic>
        </p:grpSp>
      </p:grpSp>
      <p:grpSp>
        <p:nvGrpSpPr>
          <p:cNvPr id="1005" name="그룹 1005"/>
          <p:cNvGrpSpPr/>
          <p:nvPr/>
        </p:nvGrpSpPr>
        <p:grpSpPr>
          <a:xfrm>
            <a:off x="7123810" y="0"/>
            <a:ext cx="3778780" cy="2101807"/>
            <a:chOff x="7123810" y="0"/>
            <a:chExt cx="3778780" cy="2101807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3810" y="0"/>
              <a:ext cx="3778780" cy="2101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2022-11-26T14:13:02Z</dcterms:created>
  <dcterms:modified xsi:type="dcterms:W3CDTF">2022-11-26T14:13:02Z</dcterms:modified>
</cp:coreProperties>
</file>