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906" y="3000317"/>
            <a:ext cx="1339568" cy="50806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89506" y="2975246"/>
            <a:ext cx="1995832" cy="1741899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58439" y="6039534"/>
            <a:ext cx="3863158" cy="221210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142857" y="9105428"/>
            <a:ext cx="462299" cy="462299"/>
            <a:chOff x="9142857" y="9105428"/>
            <a:chExt cx="462299" cy="46229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2857" y="9105428"/>
              <a:ext cx="462299" cy="46229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472886" y="9105428"/>
            <a:ext cx="462299" cy="462299"/>
            <a:chOff x="9472886" y="9105428"/>
            <a:chExt cx="462299" cy="462299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9472886" y="9105428"/>
              <a:ext cx="462299" cy="462299"/>
              <a:chOff x="9472886" y="9105428"/>
              <a:chExt cx="462299" cy="462299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472886" y="9105428"/>
                <a:ext cx="462299" cy="46229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9566442" y="9198984"/>
              <a:ext cx="275186" cy="275186"/>
              <a:chOff x="9566442" y="9198984"/>
              <a:chExt cx="275186" cy="27518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566442" y="9198984"/>
                <a:ext cx="275186" cy="275186"/>
              </a:xfrm>
              <a:prstGeom prst="rect">
                <a:avLst/>
              </a:prstGeom>
            </p:spPr>
          </p:pic>
        </p:grpSp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995584" y="9059851"/>
            <a:ext cx="1853278" cy="613307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979982" y="3940087"/>
            <a:ext cx="5184299" cy="175142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823631" y="7925142"/>
            <a:ext cx="4035193" cy="2360573"/>
            <a:chOff x="1823631" y="7925142"/>
            <a:chExt cx="4035193" cy="2360573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3631" y="7925142"/>
              <a:ext cx="4035193" cy="236057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45194" y="4827775"/>
            <a:ext cx="3809187" cy="3809187"/>
            <a:chOff x="1845194" y="4827775"/>
            <a:chExt cx="3809187" cy="3809187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845194" y="4827775"/>
              <a:ext cx="3809187" cy="3809187"/>
              <a:chOff x="1845194" y="4827775"/>
              <a:chExt cx="3809187" cy="3809187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845194" y="4827775"/>
                <a:ext cx="3809187" cy="3809187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2616067" y="5598648"/>
              <a:ext cx="2267442" cy="2267442"/>
              <a:chOff x="2616067" y="5598648"/>
              <a:chExt cx="2267442" cy="2267442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616067" y="5598648"/>
                <a:ext cx="2267442" cy="2267442"/>
              </a:xfrm>
              <a:prstGeom prst="rect">
                <a:avLst/>
              </a:prstGeom>
            </p:spPr>
          </p:pic>
        </p:grpSp>
      </p:grpSp>
      <p:grpSp>
        <p:nvGrpSpPr>
          <p:cNvPr id="1009" name="그룹 1009"/>
          <p:cNvGrpSpPr/>
          <p:nvPr/>
        </p:nvGrpSpPr>
        <p:grpSpPr>
          <a:xfrm>
            <a:off x="1823631" y="0"/>
            <a:ext cx="3778780" cy="2101807"/>
            <a:chOff x="1823631" y="0"/>
            <a:chExt cx="3778780" cy="2101807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23631" y="0"/>
              <a:ext cx="3778780" cy="2101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50780" y="4935367"/>
            <a:ext cx="10613349" cy="52135"/>
            <a:chOff x="3550780" y="4935367"/>
            <a:chExt cx="10613349" cy="5213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0780" y="4935367"/>
              <a:ext cx="10613349" cy="521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508778" y="4685544"/>
            <a:ext cx="11180912" cy="455867"/>
            <a:chOff x="3508778" y="4685544"/>
            <a:chExt cx="11180912" cy="45586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8778" y="4685544"/>
              <a:ext cx="11180912" cy="455867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24175" y="468111"/>
            <a:ext cx="2820719" cy="1220023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47652" y="5182092"/>
            <a:ext cx="971221" cy="798716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30756" y="5219695"/>
            <a:ext cx="2165716" cy="723631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447404" y="644659"/>
            <a:ext cx="778127" cy="778127"/>
            <a:chOff x="447404" y="644659"/>
            <a:chExt cx="778127" cy="778127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447404" y="644659"/>
              <a:ext cx="778127" cy="778127"/>
              <a:chOff x="447404" y="644659"/>
              <a:chExt cx="778127" cy="778127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47404" y="644659"/>
                <a:ext cx="778127" cy="778127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604875" y="802130"/>
              <a:ext cx="463185" cy="463185"/>
              <a:chOff x="604875" y="802130"/>
              <a:chExt cx="463185" cy="463185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04875" y="802130"/>
                <a:ext cx="463185" cy="463185"/>
              </a:xfrm>
              <a:prstGeom prst="rect">
                <a:avLst/>
              </a:prstGeom>
            </p:spPr>
          </p:pic>
        </p:grpSp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3018445" y="5200866"/>
            <a:ext cx="1695964" cy="7045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2642202" y="185395"/>
            <a:ext cx="6647529" cy="6007003"/>
            <a:chOff x="2642202" y="185395"/>
            <a:chExt cx="6647529" cy="600700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2202" y="185395"/>
              <a:ext cx="6647529" cy="600700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642202" y="6192398"/>
            <a:ext cx="6647529" cy="4114286"/>
            <a:chOff x="2642202" y="6192398"/>
            <a:chExt cx="6647529" cy="41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2202" y="6192398"/>
              <a:ext cx="6647529" cy="41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289731" y="20970"/>
            <a:ext cx="7192576" cy="6171429"/>
            <a:chOff x="9289731" y="20970"/>
            <a:chExt cx="7192576" cy="617142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9731" y="20970"/>
              <a:ext cx="7192576" cy="617142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289731" y="6192398"/>
            <a:ext cx="2982898" cy="4114286"/>
            <a:chOff x="9289731" y="6192398"/>
            <a:chExt cx="2982898" cy="41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89731" y="6192398"/>
              <a:ext cx="2982898" cy="411428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253471" y="135706"/>
            <a:ext cx="2148687" cy="1208382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564946" y="8416039"/>
            <a:ext cx="5545957" cy="914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8824" y="1073263"/>
            <a:ext cx="6760959" cy="6912632"/>
            <a:chOff x="378824" y="1073263"/>
            <a:chExt cx="6760959" cy="691263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824" y="1073263"/>
              <a:ext cx="6760959" cy="6912632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522" y="308900"/>
            <a:ext cx="1792061" cy="70383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02669" y="631778"/>
            <a:ext cx="1688958" cy="588643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89058" y="6466791"/>
            <a:ext cx="10646053" cy="264393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630961" y="1213771"/>
            <a:ext cx="9975790" cy="4709987"/>
            <a:chOff x="7630961" y="1213771"/>
            <a:chExt cx="9975790" cy="470998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30961" y="1213771"/>
              <a:ext cx="9975790" cy="47099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6303" y="363090"/>
            <a:ext cx="2118966" cy="70383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84249" y="5436477"/>
            <a:ext cx="10491701" cy="195551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162648" y="957770"/>
            <a:ext cx="11039544" cy="2269156"/>
            <a:chOff x="7162648" y="957770"/>
            <a:chExt cx="11039544" cy="2269156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2648" y="957770"/>
              <a:ext cx="11039544" cy="22691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226151" y="3267840"/>
            <a:ext cx="10707439" cy="1617789"/>
            <a:chOff x="7226151" y="3267840"/>
            <a:chExt cx="10707439" cy="1617789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6151" y="3267840"/>
              <a:ext cx="10707439" cy="161778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12900" y="1171316"/>
            <a:ext cx="6776409" cy="7120764"/>
            <a:chOff x="312900" y="1171316"/>
            <a:chExt cx="6776409" cy="7120764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900" y="1171316"/>
              <a:ext cx="6776409" cy="71207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5759" y="236084"/>
            <a:ext cx="2118966" cy="70383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110933" y="1001616"/>
            <a:ext cx="11105212" cy="4961312"/>
            <a:chOff x="7110933" y="1001616"/>
            <a:chExt cx="11105212" cy="4961312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0933" y="1001616"/>
              <a:ext cx="11105212" cy="496131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131248" y="6033439"/>
            <a:ext cx="5219886" cy="1483918"/>
            <a:chOff x="7131248" y="6033439"/>
            <a:chExt cx="5219886" cy="148391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1248" y="6033439"/>
              <a:ext cx="5219886" cy="1483918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69030" y="7618049"/>
            <a:ext cx="11285662" cy="2639939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310409" y="1001616"/>
            <a:ext cx="6590171" cy="6826095"/>
            <a:chOff x="310409" y="1001616"/>
            <a:chExt cx="6590171" cy="682609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409" y="1001616"/>
              <a:ext cx="6590171" cy="68260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06809" y="5142857"/>
            <a:ext cx="7627702" cy="1240307"/>
            <a:chOff x="7606809" y="5142857"/>
            <a:chExt cx="7627702" cy="124030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6809" y="5142857"/>
              <a:ext cx="7627702" cy="1240307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43934" y="6796296"/>
            <a:ext cx="9177348" cy="987605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775" y="277429"/>
            <a:ext cx="2916652" cy="65148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459527" y="1578587"/>
            <a:ext cx="10826187" cy="3325364"/>
            <a:chOff x="7459527" y="1578587"/>
            <a:chExt cx="10826187" cy="332536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9527" y="1578587"/>
              <a:ext cx="10826187" cy="332536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10409" y="1001616"/>
            <a:ext cx="6590171" cy="6826095"/>
            <a:chOff x="310409" y="1001616"/>
            <a:chExt cx="6590171" cy="682609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409" y="1001616"/>
              <a:ext cx="6590171" cy="682609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482144" y="634496"/>
            <a:ext cx="1981591" cy="1000455"/>
            <a:chOff x="6482144" y="634496"/>
            <a:chExt cx="1981591" cy="1000455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780000">
              <a:off x="6482144" y="634496"/>
              <a:ext cx="1981591" cy="10004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135" y="344042"/>
            <a:ext cx="1792061" cy="70383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353799" y="3543828"/>
            <a:ext cx="10648694" cy="1139527"/>
            <a:chOff x="7353799" y="3543828"/>
            <a:chExt cx="10648694" cy="1139527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3799" y="3543828"/>
              <a:ext cx="10648694" cy="1139527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3325" y="6215068"/>
            <a:ext cx="9725653" cy="137872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478273" y="1853195"/>
            <a:ext cx="10744531" cy="1395001"/>
            <a:chOff x="7478273" y="1853195"/>
            <a:chExt cx="10744531" cy="1395001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8273" y="1853195"/>
              <a:ext cx="10744531" cy="139500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478273" y="1042365"/>
            <a:ext cx="5846331" cy="931310"/>
            <a:chOff x="7478273" y="1042365"/>
            <a:chExt cx="5846331" cy="93131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78273" y="1042365"/>
              <a:ext cx="5846331" cy="93131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487133" y="4597468"/>
            <a:ext cx="4790104" cy="888624"/>
            <a:chOff x="7487133" y="4597468"/>
            <a:chExt cx="4790104" cy="888624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87133" y="4597468"/>
              <a:ext cx="4790104" cy="88862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64795" y="1027878"/>
            <a:ext cx="6227763" cy="8916327"/>
            <a:chOff x="664795" y="1027878"/>
            <a:chExt cx="6227763" cy="8916327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4795" y="1027878"/>
              <a:ext cx="6227763" cy="89163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3156" y="300181"/>
            <a:ext cx="2074970" cy="63927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35" y="7830016"/>
            <a:ext cx="11055006" cy="235322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272957" y="391608"/>
            <a:ext cx="10482015" cy="3832320"/>
            <a:chOff x="7272957" y="391608"/>
            <a:chExt cx="10482015" cy="3832320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2957" y="391608"/>
              <a:ext cx="10482015" cy="383232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272957" y="6533119"/>
            <a:ext cx="6171429" cy="1166370"/>
            <a:chOff x="7272957" y="6533119"/>
            <a:chExt cx="6171429" cy="1166370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72957" y="6533119"/>
              <a:ext cx="6171429" cy="116637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272957" y="4514036"/>
            <a:ext cx="4206618" cy="1848817"/>
            <a:chOff x="7272957" y="4514036"/>
            <a:chExt cx="4206618" cy="1848817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2957" y="4514036"/>
              <a:ext cx="4206618" cy="184881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368890" y="4519868"/>
            <a:ext cx="3847772" cy="1842985"/>
            <a:chOff x="12368890" y="4519868"/>
            <a:chExt cx="3847772" cy="1842985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68890" y="4519868"/>
              <a:ext cx="3847772" cy="184298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80695" y="1002081"/>
            <a:ext cx="5947277" cy="6824710"/>
            <a:chOff x="680695" y="1002081"/>
            <a:chExt cx="5947277" cy="6824710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0695" y="1002081"/>
              <a:ext cx="5947277" cy="6824710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301529" y="4195357"/>
            <a:ext cx="969891" cy="341706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373826" y="4195357"/>
            <a:ext cx="1369090" cy="3417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6065" y="285596"/>
            <a:ext cx="2387496" cy="682294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64811" y="7330515"/>
            <a:ext cx="11511700" cy="293648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6830578" y="3973278"/>
            <a:ext cx="6171429" cy="1471395"/>
            <a:chOff x="6830578" y="3973278"/>
            <a:chExt cx="6171429" cy="1471395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0578" y="3973278"/>
              <a:ext cx="6171429" cy="147139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830578" y="5590377"/>
            <a:ext cx="10588299" cy="1588609"/>
            <a:chOff x="6830578" y="5590377"/>
            <a:chExt cx="10588299" cy="1588609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0578" y="5590377"/>
              <a:ext cx="10588299" cy="158860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788639" y="829434"/>
            <a:ext cx="11497076" cy="3027015"/>
            <a:chOff x="6788639" y="829434"/>
            <a:chExt cx="11497076" cy="3027015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8639" y="829434"/>
              <a:ext cx="11497076" cy="302701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261891" y="4710999"/>
            <a:ext cx="4360762" cy="746986"/>
            <a:chOff x="12261891" y="4710999"/>
            <a:chExt cx="4360762" cy="74698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440000">
              <a:off x="12261891" y="4710999"/>
              <a:ext cx="4360762" cy="7469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59150" y="1031666"/>
            <a:ext cx="5863973" cy="6147320"/>
            <a:chOff x="659150" y="1031666"/>
            <a:chExt cx="5863973" cy="6147320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150" y="1031666"/>
              <a:ext cx="5863973" cy="6147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4933" y="300180"/>
            <a:ext cx="3695901" cy="68229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6941515" y="775512"/>
            <a:ext cx="6718706" cy="765422"/>
            <a:chOff x="6941515" y="775512"/>
            <a:chExt cx="6718706" cy="765422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1515" y="775512"/>
              <a:ext cx="6718706" cy="76542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941515" y="3202507"/>
            <a:ext cx="8192023" cy="1172866"/>
            <a:chOff x="6941515" y="3202507"/>
            <a:chExt cx="8192023" cy="117286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1515" y="3202507"/>
              <a:ext cx="8192023" cy="117286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941515" y="4303492"/>
            <a:ext cx="11266087" cy="1404919"/>
            <a:chOff x="6941515" y="4303492"/>
            <a:chExt cx="11266087" cy="140491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1515" y="4303492"/>
              <a:ext cx="11266087" cy="140491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941515" y="5813585"/>
            <a:ext cx="10944199" cy="1514113"/>
            <a:chOff x="6941515" y="5813585"/>
            <a:chExt cx="10944199" cy="1514113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1515" y="5813585"/>
              <a:ext cx="10944199" cy="151411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5273753" y="5513175"/>
            <a:ext cx="1074978" cy="449760"/>
            <a:chOff x="15273753" y="5513175"/>
            <a:chExt cx="1074978" cy="449760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6060000">
              <a:off x="15273753" y="5513175"/>
              <a:ext cx="1074978" cy="449760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690917" y="7610418"/>
            <a:ext cx="11562911" cy="898416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540546" y="1050714"/>
            <a:ext cx="5913427" cy="6354641"/>
            <a:chOff x="540546" y="1050714"/>
            <a:chExt cx="5913427" cy="6354641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546" y="1050714"/>
              <a:ext cx="5913427" cy="635464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004424" y="1540934"/>
            <a:ext cx="10659576" cy="1341484"/>
            <a:chOff x="7004424" y="1540934"/>
            <a:chExt cx="10659576" cy="1341484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04424" y="1540934"/>
              <a:ext cx="10659576" cy="134148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573349" y="3366715"/>
            <a:ext cx="2378940" cy="416426"/>
            <a:chOff x="14573349" y="3366715"/>
            <a:chExt cx="2378940" cy="416426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5880000">
              <a:off x="14573349" y="3366715"/>
              <a:ext cx="2378940" cy="4164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7116" y="170792"/>
            <a:ext cx="3255735" cy="639627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6396" y="5644258"/>
            <a:ext cx="6941299" cy="55782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38265" y="945298"/>
            <a:ext cx="13428526" cy="4545855"/>
            <a:chOff x="438265" y="945298"/>
            <a:chExt cx="13428526" cy="4545855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265" y="945298"/>
              <a:ext cx="13428526" cy="454585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30448" y="6668673"/>
            <a:ext cx="9994999" cy="2138804"/>
            <a:chOff x="330448" y="6668673"/>
            <a:chExt cx="9994999" cy="213880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448" y="6668673"/>
              <a:ext cx="9994999" cy="2138804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6396" y="8637246"/>
            <a:ext cx="6263437" cy="5546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4933" y="300180"/>
            <a:ext cx="2714599" cy="68229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577636" y="1384264"/>
            <a:ext cx="10591486" cy="1040300"/>
            <a:chOff x="7577636" y="1384264"/>
            <a:chExt cx="10591486" cy="1040300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7636" y="1384264"/>
              <a:ext cx="10591486" cy="104030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577636" y="353512"/>
            <a:ext cx="7175553" cy="1114631"/>
            <a:chOff x="7577636" y="353512"/>
            <a:chExt cx="7175553" cy="1114631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7636" y="353512"/>
              <a:ext cx="7175553" cy="111463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694228" y="3146908"/>
            <a:ext cx="6399570" cy="783823"/>
            <a:chOff x="7694228" y="3146908"/>
            <a:chExt cx="6399570" cy="783823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94228" y="3146908"/>
              <a:ext cx="6399570" cy="78382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694228" y="4097889"/>
            <a:ext cx="10390019" cy="968778"/>
            <a:chOff x="7694228" y="4097889"/>
            <a:chExt cx="10390019" cy="96877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94228" y="4097889"/>
              <a:ext cx="10390019" cy="968778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430879" y="2382658"/>
            <a:ext cx="5849383" cy="501727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88306" y="5168631"/>
            <a:ext cx="5179858" cy="836398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7596684" y="6277226"/>
            <a:ext cx="7953377" cy="1182665"/>
            <a:chOff x="7596684" y="6277226"/>
            <a:chExt cx="7953377" cy="118266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96684" y="6277226"/>
              <a:ext cx="7953377" cy="1182665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685414" y="7967767"/>
            <a:ext cx="4151820" cy="501727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7694228" y="7337891"/>
            <a:ext cx="5560582" cy="738446"/>
            <a:chOff x="7694228" y="7337891"/>
            <a:chExt cx="5560582" cy="738446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94228" y="7337891"/>
              <a:ext cx="5560582" cy="73844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7694228" y="9228214"/>
            <a:ext cx="2438565" cy="590708"/>
            <a:chOff x="7694228" y="9228214"/>
            <a:chExt cx="2438565" cy="590708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4228" y="9228214"/>
              <a:ext cx="2438565" cy="590708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644303" y="8767227"/>
            <a:ext cx="6171429" cy="476190"/>
            <a:chOff x="7644303" y="8767227"/>
            <a:chExt cx="6171429" cy="47619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44303" y="8767227"/>
              <a:ext cx="6171429" cy="476190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684740" y="9789535"/>
            <a:ext cx="4589065" cy="501448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543114" y="1028266"/>
            <a:ext cx="6215179" cy="6385815"/>
            <a:chOff x="543114" y="1028266"/>
            <a:chExt cx="6215179" cy="6385815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3114" y="1028266"/>
              <a:ext cx="6215179" cy="6385815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33608" y="7628476"/>
            <a:ext cx="6724006" cy="1013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2022-11-14T03:39:01Z</dcterms:created>
  <dcterms:modified xsi:type="dcterms:W3CDTF">2022-11-14T03:39:01Z</dcterms:modified>
</cp:coreProperties>
</file>